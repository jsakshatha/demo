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79" r:id="rId10"/>
    <p:sldId id="267" r:id="rId11"/>
    <p:sldId id="268" r:id="rId12"/>
    <p:sldId id="280" r:id="rId13"/>
    <p:sldId id="281" r:id="rId14"/>
    <p:sldId id="269" r:id="rId15"/>
    <p:sldId id="270" r:id="rId16"/>
    <p:sldId id="273" r:id="rId17"/>
    <p:sldId id="271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6" autoAdjust="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0C3A2-EAA0-4DCF-AABD-2A06A2D7FC4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D8A99-B246-4141-926A-ABFB5A5E2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74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D8A99-B246-4141-926A-ABFB5A5E2C6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1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770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00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83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06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3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34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8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5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50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5B12-DDB0-4B75-8CEA-F8197F4607E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5B431-6176-4E6A-AC1B-01756AD71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3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Hypothesis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06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5" t="23062" r="21971" b="11048"/>
          <a:stretch/>
        </p:blipFill>
        <p:spPr>
          <a:xfrm>
            <a:off x="580472" y="-297137"/>
            <a:ext cx="10625593" cy="715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1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1" t="33573" r="23486" b="40575"/>
          <a:stretch/>
        </p:blipFill>
        <p:spPr>
          <a:xfrm>
            <a:off x="505560" y="1406769"/>
            <a:ext cx="10221055" cy="27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1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6" t="16743" r="18221" b="22264"/>
          <a:stretch/>
        </p:blipFill>
        <p:spPr>
          <a:xfrm>
            <a:off x="119174" y="175727"/>
            <a:ext cx="10972747" cy="659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0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26662" r="20375"/>
          <a:stretch/>
        </p:blipFill>
        <p:spPr>
          <a:xfrm>
            <a:off x="2133600" y="502920"/>
            <a:ext cx="7912294" cy="596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5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75" t="25792" r="24375" b="31605"/>
          <a:stretch/>
        </p:blipFill>
        <p:spPr>
          <a:xfrm>
            <a:off x="0" y="883920"/>
            <a:ext cx="12009120" cy="563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71800" y="2286000"/>
            <a:ext cx="417576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0" t="22227" r="25375" b="7291"/>
          <a:stretch/>
        </p:blipFill>
        <p:spPr>
          <a:xfrm>
            <a:off x="-106680" y="0"/>
            <a:ext cx="9204960" cy="66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1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0" t="25360" r="30769"/>
          <a:stretch/>
        </p:blipFill>
        <p:spPr>
          <a:xfrm>
            <a:off x="2024955" y="-181274"/>
            <a:ext cx="7033353" cy="73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7" y="167951"/>
            <a:ext cx="11805127" cy="634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59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2" t="35728" r="30224" b="5469"/>
          <a:stretch/>
        </p:blipFill>
        <p:spPr>
          <a:xfrm>
            <a:off x="1365290" y="474783"/>
            <a:ext cx="8190190" cy="593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1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8" t="33573" r="29904" b="8934"/>
          <a:stretch/>
        </p:blipFill>
        <p:spPr>
          <a:xfrm>
            <a:off x="2233247" y="369276"/>
            <a:ext cx="8032338" cy="60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71" y="910371"/>
            <a:ext cx="11751058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2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7747"/>
            <a:ext cx="12192000" cy="599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0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3" t="27918" r="34951" b="48923"/>
          <a:stretch/>
        </p:blipFill>
        <p:spPr>
          <a:xfrm>
            <a:off x="0" y="351693"/>
            <a:ext cx="7211484" cy="2417884"/>
          </a:xfrm>
          <a:prstGeom prst="rect">
            <a:avLst/>
          </a:prstGeom>
        </p:spPr>
      </p:pic>
      <p:pic>
        <p:nvPicPr>
          <p:cNvPr id="3" name="Picture 2" descr="notes - Adobe Acrobat Reader (64-bit)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7" t="16743" r="30120"/>
          <a:stretch/>
        </p:blipFill>
        <p:spPr>
          <a:xfrm>
            <a:off x="6863786" y="196770"/>
            <a:ext cx="6215605" cy="666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5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otes - Adobe Acrobat Reader (64-bit)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5" t="10606" r="29747"/>
          <a:stretch/>
        </p:blipFill>
        <p:spPr>
          <a:xfrm>
            <a:off x="1026722" y="448579"/>
            <a:ext cx="5625295" cy="6299476"/>
          </a:xfrm>
          <a:prstGeom prst="rect">
            <a:avLst/>
          </a:prstGeom>
        </p:spPr>
      </p:pic>
      <p:pic>
        <p:nvPicPr>
          <p:cNvPr id="4" name="Picture 3" descr="notes - Adobe Acrobat Reader (64-bit)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2" t="52969" r="30318" b="35687"/>
          <a:stretch/>
        </p:blipFill>
        <p:spPr>
          <a:xfrm>
            <a:off x="6652017" y="5816055"/>
            <a:ext cx="5393803" cy="74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2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6" t="10606" r="30858" b="58198"/>
          <a:stretch/>
        </p:blipFill>
        <p:spPr>
          <a:xfrm>
            <a:off x="0" y="0"/>
            <a:ext cx="9021153" cy="328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7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2" t="10605" r="30792" b="28243"/>
          <a:stretch/>
        </p:blipFill>
        <p:spPr>
          <a:xfrm>
            <a:off x="1354238" y="1111171"/>
            <a:ext cx="6914312" cy="531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1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7" t="42333" r="29462" b="2187"/>
          <a:stretch/>
        </p:blipFill>
        <p:spPr>
          <a:xfrm>
            <a:off x="1527858" y="439838"/>
            <a:ext cx="8021256" cy="538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4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9897" r="28607"/>
          <a:stretch/>
        </p:blipFill>
        <p:spPr>
          <a:xfrm>
            <a:off x="3287209" y="0"/>
            <a:ext cx="6162891" cy="6694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71059" y="1574157"/>
            <a:ext cx="4178460" cy="1157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825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9" t="11336" r="30506" b="9172"/>
          <a:stretch/>
        </p:blipFill>
        <p:spPr>
          <a:xfrm>
            <a:off x="3343526" y="0"/>
            <a:ext cx="60666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1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s - Adobe Acrobat Reader (64-bit)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4" t="37016" r="29557" b="41182"/>
          <a:stretch/>
        </p:blipFill>
        <p:spPr>
          <a:xfrm>
            <a:off x="896266" y="853954"/>
            <a:ext cx="6086870" cy="184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9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426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6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</Words>
  <Application>Microsoft Office PowerPoint</Application>
  <PresentationFormat>Widescreen</PresentationFormat>
  <Paragraphs>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2025-09-19T01:22:41Z</dcterms:created>
  <dcterms:modified xsi:type="dcterms:W3CDTF">2025-11-05T18:35:26Z</dcterms:modified>
</cp:coreProperties>
</file>